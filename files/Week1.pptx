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12" d="100"/>
          <a:sy n="112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2E17E-3853-6820-E9E8-6321C25DB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DBEED-C7E2-47A9-B5B0-A3F374E87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545D-5C52-8538-740F-FE411DD5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F94F5-CEFF-F8DD-4CD0-E9A6B4FF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D020E-C99E-26DE-5AD3-5D729C43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1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2486-FC34-196D-B09C-2D8CAA2E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1A04D-7C45-E81F-1866-B9E6CA32E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41DAE-C9A5-7E8B-8C12-3C1AAEBB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7D759-AC62-C664-9146-F4129ECA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10CCB-3CCD-570E-A328-F70B8464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3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6619-716F-F7A3-9825-744C172B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B3918-755B-45F1-97A9-4951424C2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400B6-54EF-D3A7-84D4-6CFC537F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0356E-B4DA-3180-3CBB-ADFAF1AC4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811CA-2C38-D52F-08BE-FD0DCC01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9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44DC-F851-1DA3-68D1-39984B9F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DDAF-FA66-C296-CA22-E85AABB55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FB57E-EFA7-F303-3C6A-875A738E8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D8862-47E7-E0AB-D301-B0E325AD3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7A7CA-65E3-BC2D-2FAB-095E9D86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EEC2D-516D-5180-BE8A-DE1C19C0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7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F405-944C-B113-C03E-15CA4255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FB6E5-5D0B-2397-5665-3AD7A6AC1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B9F42-F01B-8BE9-11F0-B1422E359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562D6-620C-B3B9-858B-D35B3679E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AC717-3254-6206-685F-1F4A29A24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B70A5-7D22-5F89-7DD1-66482241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283CD-388B-7E4F-E439-8C6D7AFA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00CE8-FE3A-E7DD-1C83-628A168B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7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1B14-C4F1-395A-69C8-E19532F0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1D660-2DEC-06F4-D22B-2BC59733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442ED-B9D0-B600-513D-EBD1C914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85BAD-847B-4F78-E980-B5086553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14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1D8E7-0403-8892-4D5D-EFD8B3DA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CA030-E717-00BB-7BD6-D234291A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6EC6C-0510-AD59-A69B-C02DAE7B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02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4ACB-D1FB-C4D2-9B9E-88E74B8F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6771B-52A7-32DB-4906-8CEF25B7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FD111-41DC-9A40-32A0-5261DD980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0E888-2B8A-8B1E-2FBE-FA63B8B2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57428-E185-50D1-3D9B-FA996DED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DEC05-1CE8-7ED7-7143-1A274558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2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4B32-52DF-71C1-E4B7-F94C9298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7A448-3CF3-5BED-7CA1-692F0ED3C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298DA-738F-A727-3DAA-F7F2BA7D1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59F3F-8D38-D54E-82B6-F5D0A44D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A1BE0-7222-8125-2F98-BA56FCD0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13589-8288-C28E-D13C-B286B55A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8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52845-3D98-F420-0C61-8799693D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F2DAC-D1F4-988C-E11E-FBC8688E2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59F37-322D-56F3-BB1D-0A8C9719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D00EB-B51F-0A2F-C0FE-E34C1682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7B749-17CA-CA3C-FD04-A3770394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73CA0-3EAB-2144-F088-2D8BF3F82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2C50E-F1CA-6AF3-4704-817C4E42F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59679-7D4E-40A8-C72D-B089E891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24F8E-72D5-264F-7112-833E4806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A626-597B-D6D9-BE67-816E3457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9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DB630-E9EC-0A90-A141-120E61B2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CF78F-23CF-9409-AA9F-D7885EF92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7DFFE-2B46-3354-C1F2-98DDC97B5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E29A3-168F-E445-9071-D0D308ED204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261EA-0284-19EC-8AF7-69270778A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80A9F-607D-0FB8-08B6-B1C268E72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FA043-F708-204C-98F9-7A332B6B5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7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3880-378F-A161-9A43-FAA9B2FBA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8467B-A404-B8A9-86F7-A01366F94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9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Week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Chansiri, Karikarn</dc:creator>
  <cp:lastModifiedBy>Chansiri, Karikarn</cp:lastModifiedBy>
  <cp:revision>1</cp:revision>
  <dcterms:created xsi:type="dcterms:W3CDTF">2026-08-03T19:21:37Z</dcterms:created>
  <dcterms:modified xsi:type="dcterms:W3CDTF">2026-08-03T19:21:57Z</dcterms:modified>
</cp:coreProperties>
</file>